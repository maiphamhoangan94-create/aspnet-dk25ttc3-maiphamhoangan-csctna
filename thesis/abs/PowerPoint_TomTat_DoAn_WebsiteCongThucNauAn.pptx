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 TỐT NGHIỆP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 CÔNG THỨC NẤU ĂN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4251960"/>
            <a:ext cx="9144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Web Forms  •  C#  •  SQL Server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41248" y="5010912"/>
            <a:ext cx="5943600" cy="0"/>
          </a:xfrm>
          <a:prstGeom prst="line">
            <a:avLst/>
          </a:prstGeom>
          <a:noFill/>
          <a:ln w="38100">
            <a:solidFill>
              <a:srgbClr val="AF47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52486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TÓM TẮT –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chọn đề tài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874520"/>
            <a:ext cx="352044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07568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5256" y="2560320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 nấu ăn phân tán ở nhiều website, mạng xã hội và nền tảng video.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325112" y="1874520"/>
            <a:ext cx="352044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07568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35424" y="2560320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kiếm, lưu trữ, đăng tải và trao đổi kinh nghiệm nấu ăn thuận tiện.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52044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207568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65592" y="2560320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tập trung, dễ sử dụng, có tương tác cộng đồng và quản lý nội dung.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và phạm vi đề tài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55648"/>
            <a:ext cx="5394960" cy="4087368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56816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4974336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cho phép tìm kiếm, xem chi tiết, chia sẻ, bình luận, đánh giá và quản lý công thức nấu ăn.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199632" y="1755648"/>
            <a:ext cx="5340096" cy="4087368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956816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9944" y="2441448"/>
            <a:ext cx="4919472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nhóm sử dụng: khách truy cập, thành viên và quản trị viên. Triển khai thử nghiệm trên máy tính cá nhân.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719072"/>
            <a:ext cx="5330952" cy="1956816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20240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Web Forms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2404872"/>
            <a:ext cx="4910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giao diện và xử lý trang web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08776" y="1719072"/>
            <a:ext cx="5330952" cy="1956816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920240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19088" y="2404872"/>
            <a:ext cx="4910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nghiệp vụ và các sự kiện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6656" y="3877056"/>
            <a:ext cx="5330952" cy="1956816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078224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+ ADO.NET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" y="4562856"/>
            <a:ext cx="4910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trữ, truy vấn và cập nhật dữ liệu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08776" y="3877056"/>
            <a:ext cx="5330952" cy="1956816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4078224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JS, Bootstrap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19088" y="4562856"/>
            <a:ext cx="49103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giao diện và trải nghiệm sử dụng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và chức năng hệ thống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584448" cy="398678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38528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TRUY CẬP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2423160"/>
            <a:ext cx="316382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danh sách công thức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kiếm, lọc danh mục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 món ăn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tài khoản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315968" y="1737360"/>
            <a:ext cx="3584448" cy="398678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38528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16382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và quản lý công thức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Bình luận, trả lời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món ăn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 Góc Bếp Ưu Tú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91856" y="1737360"/>
            <a:ext cx="3584448" cy="398678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938528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2168" y="2423160"/>
            <a:ext cx="316382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thành viên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danh mục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duyệt nội dung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thống kê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dữ liệu và luồng xử lý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2606040" cy="996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93592" y="1874520"/>
            <a:ext cx="2606040" cy="996696"/>
          </a:xfrm>
          <a:prstGeom prst="roundRect">
            <a:avLst/>
          </a:prstGeom>
          <a:solidFill>
            <a:srgbClr val="AF4732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55664" y="1874520"/>
            <a:ext cx="2606040" cy="996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317736" y="1874520"/>
            <a:ext cx="2606040" cy="996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9176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2606040" cy="996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PostProvinces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593592" y="3291840"/>
            <a:ext cx="2606040" cy="996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PostComments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55664" y="3291840"/>
            <a:ext cx="2606040" cy="996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PostRatings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" y="5047488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là bảng trung tâm quản lý bài viết công thức và Góc Bếp; liên kết tới tác giả, danh mục, địa phương, bình luận và đánh giá.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đăng tải và kiểm duyệt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" y="2304288"/>
            <a:ext cx="2057400" cy="1664208"/>
          </a:xfrm>
          <a:prstGeom prst="roundRect">
            <a:avLst>
              <a:gd name="adj" fmla="val 8242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60604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79192" y="2807208"/>
            <a:ext cx="246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4732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53512" y="2304288"/>
            <a:ext cx="2057400" cy="1664208"/>
          </a:xfrm>
          <a:prstGeom prst="roundRect">
            <a:avLst>
              <a:gd name="adj" fmla="val 8242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260604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công thức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hình ảnh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029200" y="2807208"/>
            <a:ext cx="246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4732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303520" y="2304288"/>
            <a:ext cx="2057400" cy="1664208"/>
          </a:xfrm>
          <a:prstGeom prst="roundRect">
            <a:avLst>
              <a:gd name="adj" fmla="val 8242"/>
            </a:avLst>
          </a:prstGeom>
          <a:solidFill>
            <a:srgbClr val="AF4732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260604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bài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duyệt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379208" y="2807208"/>
            <a:ext cx="246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4732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653528" y="2304288"/>
            <a:ext cx="2057400" cy="1664208"/>
          </a:xfrm>
          <a:prstGeom prst="roundRect">
            <a:avLst>
              <a:gd name="adj" fmla="val 8242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60604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duyệt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29216" y="2807208"/>
            <a:ext cx="246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4732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003536" y="2304288"/>
            <a:ext cx="2057400" cy="1664208"/>
          </a:xfrm>
          <a:prstGeom prst="roundRect">
            <a:avLst>
              <a:gd name="adj" fmla="val 8242"/>
            </a:avLst>
          </a:prstGeom>
          <a:solidFill>
            <a:srgbClr val="6E8A67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2408" y="260604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công khai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(nếu được duyệt)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05840" y="4754880"/>
            <a:ext cx="10241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 nội dung: Chờ duyệt • Đã duyệt • Từ chối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trang chủ &amp; khám phá công thức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682496"/>
            <a:ext cx="7178040" cy="3547872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9" name="Image 0" descr="/mnt/data/workslides/screen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28216"/>
            <a:ext cx="7086600" cy="34564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01000" y="1837944"/>
            <a:ext cx="338328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11" name="Image 1" descr="/mnt/data/workslides/screen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83664"/>
            <a:ext cx="3291840" cy="2194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5449824"/>
            <a:ext cx="108356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giới thiệu món ăn nổi bật; trang khám phá hỗ trợ tra cứu, lọc công thức theo danh mục.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chi tiết, đánh giá và bình luận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792224"/>
            <a:ext cx="5340096" cy="329184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9" name="Image 0" descr="/mnt/data/workslides/screen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37944"/>
            <a:ext cx="5248656" cy="3200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63056" y="1792224"/>
            <a:ext cx="5340096" cy="329184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11" name="Image 1" descr="/mnt/data/workslides/screen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837944"/>
            <a:ext cx="5248656" cy="3200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" y="539496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nguyên liệu, hướng dẫn chế biến; đánh giá 1–5 sao, bình luận và trả lời bình luận.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tải và chia sẻ công thức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6903720" cy="4178808"/>
          </a:xfrm>
          <a:prstGeom prst="roundRect">
            <a:avLst>
              <a:gd name="adj" fmla="val 2407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9" name="Image 0" descr="/mnt/data/workslides/screen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46504"/>
            <a:ext cx="6812280" cy="4087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27264" y="1984248"/>
            <a:ext cx="3657600" cy="345643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37576" y="2185416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037576" y="2670048"/>
            <a:ext cx="323697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tên món ăn, danh mục, hình ảnh, nguyên liệu, định lượng và hướng dẫn thực hiện. Bài được gửi vào quy trình kiểm duyệt.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nổi bật: Gợi ý theo nguyên liệu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46504"/>
            <a:ext cx="6995160" cy="4069080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9" name="Image 0" descr="/mnt/data/workslides/screen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92224"/>
            <a:ext cx="6903720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91272" y="1901952"/>
            <a:ext cx="3611880" cy="374904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01584" y="2103120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HOẠT ĐỘNG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01584" y="2587752"/>
            <a:ext cx="31912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chọn một hoặc nhiều nguyên liệu sẵn có. Hệ thống lọc các công thức phù hợp đã được phê duyệt.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 ẩm thực và Góc Bếp Ưu Tú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46504"/>
            <a:ext cx="5340096" cy="3273552"/>
          </a:xfrm>
          <a:prstGeom prst="roundRect">
            <a:avLst>
              <a:gd name="adj" fmla="val 3073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9" name="Image 0" descr="/mnt/data/workslides/screen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92224"/>
            <a:ext cx="5248656" cy="3182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0488" y="1746504"/>
            <a:ext cx="5340096" cy="3273552"/>
          </a:xfrm>
          <a:prstGeom prst="roundRect">
            <a:avLst>
              <a:gd name="adj" fmla="val 3073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11" name="Image 1" descr="/mnt/data/workslides/screen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92224"/>
            <a:ext cx="5248656" cy="31821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5431536"/>
            <a:ext cx="10835640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 món ăn theo tỉnh thành và chia sẻ không gian bếp, hình ảnh, cảm hứng nấu nướng.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quản trị và báo cáo thống kê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700784"/>
            <a:ext cx="5340096" cy="3337560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9" name="Image 0" descr="/mnt/data/workslides/screen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46504"/>
            <a:ext cx="5248656" cy="3246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0488" y="1700784"/>
            <a:ext cx="5340096" cy="3337560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16510">
            <a:solidFill>
              <a:srgbClr val="E9DDD0"/>
            </a:solidFill>
            <a:prstDash val="solid"/>
          </a:ln>
        </p:spPr>
      </p:sp>
      <p:pic>
        <p:nvPicPr>
          <p:cNvPr id="11" name="Image 1" descr="/mnt/data/workslides/screen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46504"/>
            <a:ext cx="5248656" cy="3246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543153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người dùng, danh mục, bài viết, góc bếp và kiểm duyệt nội dung; theo dõi số liệu hệ thống.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đạt được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060704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79400" indent="-279400">
              <a:lnSpc>
                <a:spcPct val="114000"/>
              </a:lnSpc>
              <a:buSzPct val="100000"/>
              <a:buChar char="•"/>
            </a:pPr>
            <a:r>
              <a:rPr lang="en-US" sz="210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 với giao diện trực quan.</a:t>
            </a:r>
            <a:endParaRPr lang="en-US" sz="2100" dirty="0"/>
          </a:p>
          <a:p>
            <a:pPr marL="279400" indent="-279400">
              <a:lnSpc>
                <a:spcPct val="114000"/>
              </a:lnSpc>
              <a:buSzPct val="100000"/>
              <a:buChar char="•"/>
            </a:pPr>
            <a:r>
              <a:rPr lang="en-US" sz="210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các chức năng chính cho người dùng và quản trị viên.</a:t>
            </a:r>
            <a:endParaRPr lang="en-US" sz="2100" dirty="0"/>
          </a:p>
          <a:p>
            <a:pPr marL="279400" indent="-279400">
              <a:lnSpc>
                <a:spcPct val="114000"/>
              </a:lnSpc>
              <a:buSzPct val="100000"/>
              <a:buChar char="•"/>
            </a:pPr>
            <a:r>
              <a:rPr lang="en-US" sz="210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gợi ý công thức theo nguyên liệu, khám phá theo tỉnh thành và Góc Bếp Ưu Tú.</a:t>
            </a:r>
            <a:endParaRPr lang="en-US" sz="2100" dirty="0"/>
          </a:p>
          <a:p>
            <a:pPr marL="279400" indent="-279400">
              <a:lnSpc>
                <a:spcPct val="114000"/>
              </a:lnSpc>
              <a:buSzPct val="100000"/>
              <a:buChar char="•"/>
            </a:pPr>
            <a:r>
              <a:rPr lang="en-US" sz="210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bình luận, đánh giá và kiểm duyệt nội dung đăng tải.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F4732"/>
          </a:solidFill>
          <a:ln w="12700">
            <a:solidFill>
              <a:srgbClr val="AF47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2700">
            <a:solidFill>
              <a:srgbClr val="E9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WEBSITE CHIA SẺ CÔNG THỨC NẤU ĂN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3557016" cy="3328416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39696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THÔNG MINH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2624328"/>
            <a:ext cx="313639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AI để cá nhân hóa gợi ý món ăn theo sở thích, nguyên liệu và lịch sử sử dụng.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315968" y="1938528"/>
            <a:ext cx="3557016" cy="3328416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39696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THỰC ĐƠN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624328"/>
            <a:ext cx="313639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thực đơn theo ngày, theo tuần, phù hợp nhu cầu của người sử dụng.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91856" y="1938528"/>
            <a:ext cx="3557016" cy="3328416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9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139696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F4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TIỆN ÍCH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2168" y="2624328"/>
            <a:ext cx="313639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 các chức năng hỗ trợ trải nghiệm, từng bước nâng cao tính ứng dụng thực tế.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3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344842"/>
          </a:solidFill>
          <a:ln w="12700">
            <a:solidFill>
              <a:srgbClr val="344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313432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CẢM ƠN!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828800" y="3703320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7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TRÂN TRỌNG LẮNG NGHE VÀ ĐÓNG GÓP Ý KIẾN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– Website chia sẻ công thức nấu ăn</dc:title>
  <dc:subject>Tóm tắt đồ án website chia sẻ công thức nấu ăn</dc:subject>
  <dc:creator>OpenAI</dc:creator>
  <cp:lastModifiedBy>OpenAI</cp:lastModifiedBy>
  <cp:revision>1</cp:revision>
  <dcterms:created xsi:type="dcterms:W3CDTF">2026-10-25T09:08:14Z</dcterms:created>
  <dcterms:modified xsi:type="dcterms:W3CDTF">2026-10-25T09:08:14Z</dcterms:modified>
</cp:coreProperties>
</file>